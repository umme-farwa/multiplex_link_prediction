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96" autoAdjust="0"/>
  </p:normalViewPr>
  <p:slideViewPr>
    <p:cSldViewPr snapToGrid="0" snapToObjects="1">
      <p:cViewPr>
        <p:scale>
          <a:sx n="85" d="100"/>
          <a:sy n="85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1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My thesis is on link prediction in multiplex networks using an attention-based graph neural network. I will walk you through what I did, from the dataset to my proposed model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 simple terms, I built a system that looks at two researchers and predicts whether they will collaborate. The data is multiplex: the same people connected across 13 research fields. The most valuable and hardest links are bridges - between people from different fields who have no common collaborators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problem is that old methods rely on shared </a:t>
            </a:r>
            <a:r>
              <a:rPr dirty="0" err="1"/>
              <a:t>neighbours</a:t>
            </a:r>
            <a:r>
              <a:rPr dirty="0"/>
              <a:t>. On bridges there </a:t>
            </a:r>
            <a:r>
              <a:rPr lang="en-US" dirty="0"/>
              <a:t>struggles</a:t>
            </a:r>
            <a:r>
              <a:rPr dirty="0"/>
              <a:t>, so they are basically guessing. They also treat each field separately. So I needed a model that can handle bridges, combine all layers, and still be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the arXiv Netscience multiplex dataset - 13 research domains, about 14 thousand researchers. The same person appears in every layer. The challenge was that it has no node attributes, so I had to create the features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Because the dataset had no features, I engineered six structural features from the graph itself - degree, pagerank, clustering, k-core, betweenness, and eigenvector centrality. These describe each researcher's position in the network. Importantly, I gave the same six features to every model, so any difference in results comes from the model, not from better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each layer I split the links into train, validation, and test. I also created fake links as negative examples. Everything was leakage-free - I used only training data to build the graph, and tuned thresholds on validation, never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the baselines. I did not build these only to compare - each one taught me something that shaped my final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classical methods score pairs by shared neighbours. They are deterministic - one run. They reached about 0.87 ROC-AUC on ordinary links, but I found their key weakness: on bridges they are exactly 0.5, random. This insight motivated my whole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Node2Vec learns embeddings from random walks, then a classifier predicts links. I ran it with 5 seeds. It reached 0.849 ROC-AUC and was strong on PR-AUC and F1. But it ignores the node features, isn't trained directly for link prediction, and treats each layer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the graph neural networks. GCN combines neighbours equally; GAT uses attention to weight them. Both got the same six features and were run with 5 seeds. GAT was my strongest baseline at 0.822. But even GAT processes each layer alone and has no explicit sense of bridges.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chart shows all the baselines. The pattern is clear. Each one taught me a lesson: classical fail on bridges, Node2Vec ignores features and layers, GCN treats </a:t>
            </a:r>
            <a:r>
              <a:rPr dirty="0" err="1"/>
              <a:t>neighbours</a:t>
            </a:r>
            <a:r>
              <a:rPr dirty="0"/>
              <a:t> equally, GAT has attention but is single-layer. Together these told me exactly what my model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Based on those lessons, I designed my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 model has three parts. First, a weak-tie-aware GAT encoder for each layer - the novel part is that I inject a weak-tie score into the attention, so it focuses on bridges. Second, a cross-layer attention that combines all 13 domains and learns which matter most - this makes it interpretable. Third, a fusion gate that blends local and global information. A decoder then compares two profiles and outputs a score. It's trained end-to-end with 5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 is the flow. Each researcher starts with 6 features. The encoder builds 13 profiles through message passing. Cross-layer attention merges them into one fused profile. The fusion gate blends local and global. Finally</a:t>
            </a:r>
            <a:r>
              <a:rPr lang="en-US" dirty="0"/>
              <a:t>,</a:t>
            </a:r>
            <a:r>
              <a:rPr dirty="0"/>
              <a:t> the decoder compares two researchers and gives a score. This is the same pipeline for training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evaluated with five metrics from three angles - probability separation, decision quality, and ranking - so no single metric could bias the conclusion. And I ran 5 seeds with a paired t-test to make sure my improvement is statistically real, not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main metric, ROC-AUC, my model leads at 0.873. It significantly beats the neural baselines GAT and GCN on all three classification metrics, with p below 0.001. The error bars are tiny, so it is very stable across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my most important result. On bridge links, the classical methods are exactly 0.5 - random - and Node2Vec is even below random. My model reaches 0.615. It captures real signal exactly where the others are blind. This is not just a small margin - it's the difference between working and not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Unlike most deep-learning models, mine is interpretable. The cross-layer attention learns an importance weight, beta, for each domain, so I can show which research fields the model relies on most. That is a clear, dataset-level explanation, not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be honest about the limits: on overall ROC-AUC I roughly tie the classical methods, and Node2Vec wins on PR-AUC and F1. But those methods fail completely on bridges. So my contribution is the best overall balance, real bridge prediction, interpretability, and a significant, verified win over the neural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I built an attention-based GNN that attends to bridges, combines all 13 layers, and is interpretable. It significantly beats the neural baselines and predicts bridges where classical methods are random. Future work includes a ranking loss, hard-negative sampling, and testing on more datasets. Thank you -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Link Prediction in Multiplex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6FC7CF"/>
                </a:solidFill>
                <a:latin typeface="Calibri"/>
              </a:rPr>
              <a:t>An Attention-Based Graph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Umm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E 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Farwa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Syeda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What problem am I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task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Predict future collaborations between researchers — like 'people you may know', but for research.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setting a multiplex network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same researchers are connected across 13 research-domain layers (physics, math, biology, ...).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Each layer is one domain a link means two researchers co-authored a paper.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hard, valuable case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Bridge links pairs from different fields with no collaborators in common yet the most interesting to predict.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Why is this hard? (The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Old methods count shared connections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Classical heuristics score a pair by how many neighbours (collaborators) they share.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On bridge links there are NO shared neighbours, so they score zero and become RANDOM (ROC-AUC = 0.5).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They ignore the cross-layer structure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Most methods look at each field separately and waste the information shared across fields.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So I needed a model that: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(1) can see bridge links,  (2) combines all 13 layers,  (3) stays interpretable.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arXiv Net</a:t>
            </a:r>
            <a:r>
              <a:rPr lang="en-US" sz="1900" b="1" dirty="0">
                <a:solidFill>
                  <a:srgbClr val="0E7C86"/>
                </a:solidFill>
                <a:latin typeface="Calibri"/>
              </a:rPr>
              <a:t> </a:t>
            </a:r>
            <a:r>
              <a:rPr sz="1900" b="1" dirty="0">
                <a:solidFill>
                  <a:srgbClr val="0E7C86"/>
                </a:solidFill>
                <a:latin typeface="Calibri"/>
              </a:rPr>
              <a:t>science multiplex co-authorship network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13 layers each a research domain (physics, math, condensed matter, quantitative biology, ...).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About 14,065 researchers (nodes); links = co-authorships.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same researcher keeps the same identity across all 13 layers.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challenge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dataset has NO node attributes no ready-made information describing each researcher.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dirty="0">
                <a:solidFill>
                  <a:srgbClr val="1A2A33"/>
                </a:solidFill>
                <a:latin typeface="Cambria"/>
              </a:rPr>
              <a:t>Node features I engineered them from the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Since there were no attributes, I built 6 structural (graph) features per researcher: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Degree centrality — how many collaborators a researcher has.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PageRank — how important they are, based on their collaborators' importance.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Clustering coefficient — how tightly their collaborators are connected.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K-core number — how deep in the dense core of the network they sit.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Betweenness centrality — how often they act as a bridge between others.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Eigenvector centrality — how connected they are to other important researchers.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Why this matters: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These describe each researcher's role in the network and I gave the SAME 6 features to every model, so the comparison is fair.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I set up a fair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Train / Validation / Test split (per layer)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70% train (model learns), 10% validation (tune settings), 20% test (final, hidden exam).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Negative edges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I created fake (non-existing) links, so each model is judged on separating real links from fake ones.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Leakage-free &amp; fair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All structure computed on the training graph only decision thresholds tuned on validation, never on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FD8DC"/>
                </a:solidFill>
                <a:latin typeface="Calibri"/>
              </a:rPr>
              <a:t>How I built each one, and what I learned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Classical baselines (similarity-based)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Method — score a pair by shared </a:t>
            </a:r>
            <a:r>
              <a:rPr sz="1700" b="1" dirty="0" err="1">
                <a:solidFill>
                  <a:srgbClr val="0E7C86"/>
                </a:solidFill>
                <a:latin typeface="Calibri"/>
              </a:rPr>
              <a:t>neighbours</a:t>
            </a:r>
            <a:r>
              <a:rPr sz="1700" b="1" dirty="0">
                <a:solidFill>
                  <a:srgbClr val="0E7C86"/>
                </a:solidFill>
                <a:latin typeface="Calibri"/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Common 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Neighbours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= count of shared collaborators.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Jaccard = shared / total collaborators.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Adamic–Adar = shared 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neighbours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weighted by 1 / log(degree).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Preferential Attachment = degree(u) × degree(v).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Runs: deterministic — a single run (no randomness).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Results (avg ROC-AUC): AA / CN / Jaccard ≈ 0.87;  Pref. Attachment ≈ 0.60.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What I learned strong on ordinary links, but RANDOM (0.5) on bridge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Node2Vec (embedding 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Method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Learns a 64-number embedding for each node from biased random walks (like word embeddings).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The embeddings of two nodes are combined and a logistic-regression classifier predicts the link.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Runs: 5 seeds.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Result: ROC-AUC ≈ 0.849 (also strong on PR-AUC and F1).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What I learned: embeddings help, but Node2Vec ignores node features, is not trained for the task, and treats each layer separately.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GNN baselines: GCN and GAT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Method — learn node embeddings by combining neighbours' information: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GCN — combines neighbours with EQUAL weight.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GAT — uses ATTENTION to weight neighbours differently (some matter more).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Both used the same 6 features + an MLP decoder to score links.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Runs: 5 seeds each.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Results (avg ROC-AUC): GAT ≈ 0.822,  GCN ≈ 0.767.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What I learned: GAT (attention) was my strongest baseline — but both still process each layer alone and have no sense of bridges.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Baseline results &amp; what they taught me</a:t>
            </a:r>
          </a:p>
        </p:txBody>
      </p:sp>
      <p:pic>
        <p:nvPicPr>
          <p:cNvPr id="3" name="Picture 2" descr="rep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9013"/>
            <a:ext cx="6583680" cy="3562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55448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The lessons that shaped my model: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Classical → fail on bridges.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Node2Vec → ignores features &amp; layers.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GCN → treats neighbours equally.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GAT → attention helps, but single-layer, no bridges.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→ I need: attend to bridges + combine all layers + interpretable.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My Proposed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FD8DC"/>
                </a:solidFill>
                <a:latin typeface="Calibri"/>
              </a:rPr>
              <a:t>Attention across layers, with a weak-tie signal for bridges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7170F3-1968-09AF-AAB2-0A19FC72D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03"/>
          <a:stretch>
            <a:fillRect/>
          </a:stretch>
        </p:blipFill>
        <p:spPr>
          <a:xfrm>
            <a:off x="797859" y="1007827"/>
            <a:ext cx="10596282" cy="484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6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My model — three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1.  Weak-tie GAT encoder (per layer)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Builds a profile of each researcher; injects a weak-tie score (1 − Jaccard) into the attention, so it pays special attention to bridging connections.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2.  Cross-layer attention (β)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Combines each researcher's 13 layer-profiles into one, learning how important each domain is — this also makes it interpretable.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3.  Fusion gate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Blends each domain's local profile with the global cross-layer profile (sparse layers borrow strength, keep their own detail).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A decoder then compares two profiles → collaboration score.  Trained end-to-end, with 5 seeds.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a prediction is made (the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6 structural features (per researcher, per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2860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70048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Weak-tie GAT encoder — message passing (2 hops)  →  13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186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02736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Cross-layer attention (β)  →  1 fused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02736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5137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354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Fusion gate (local + global)  →  final profile per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35424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08406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468112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Decoder compares two profiles  →  collaboration score (0–1)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I evaluated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Five metrics, from three different angles: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ROC-AUC — overall separation of real vs fake links (main metric).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PR-AUC — focuses on the rare positive links (honest under imbalance).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F1-score — quality of the final yes/no decision (threshold tuned on validation).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Hits@K and MRR — ranking quality (is the true link near the top?).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Statistical rigour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A33"/>
                </a:solidFill>
                <a:latin typeface="Calibri"/>
              </a:rPr>
              <a:t>•   Neural models run with 5 random seeds; a paired t-test checks the improvement is real, not luck.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Overall results</a:t>
            </a:r>
          </a:p>
        </p:txBody>
      </p:sp>
      <p:pic>
        <p:nvPicPr>
          <p:cNvPr id="3" name="Picture 2" descr="fig1_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6880"/>
            <a:ext cx="768096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My model leads on ROC-AUC: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Proposed ≈ 0.873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GAT 0.822 · GCN 0.767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Significantly beats GAT &amp; GCN on all 3 metrics (paired t-test, p &lt; 0.001).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Small ± std → very stable across seeds.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The key finding — bridge links</a:t>
            </a:r>
          </a:p>
        </p:txBody>
      </p:sp>
      <p:pic>
        <p:nvPicPr>
          <p:cNvPr id="3" name="Picture 2" descr="fig3_bridge_vs_st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On bridge links: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Classical = 0.5 (random)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Node2Vec = 0.43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My model = 0.615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It captures real signal exactly where the others fail.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My model is interpretable</a:t>
            </a:r>
          </a:p>
        </p:txBody>
      </p:sp>
      <p:pic>
        <p:nvPicPr>
          <p:cNvPr id="3" name="Picture 2" descr="fig4_layer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371600"/>
            <a:ext cx="6705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737360"/>
            <a:ext cx="42976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The cross-layer attention learns a weight (β) per domain.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So I can show which research domains the model relies on most.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e.g. 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physics.data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-an (0.15) matters most math-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ph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(0.04) least.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Unlike a black-box GNN, this gives a clear explanation.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Where others win: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On overall ROC-AUC I roughly tie the strongest classical methods.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Node2Vec is better on PR-AUC and F1 (it ranks easy, dense pairs very well).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But — those methods collapse on bridges (0.5 or below).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So my contribution is: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Best overall balance + genuine bridge prediction + interpretability + a significant, verified win over the neural baselines.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 built an attention-based GNN for link prediction in multiplex networks.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It attends to bridge links, combines all 13 layers, and is interpretable.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It significantly beats the neural baselines (p &lt; 0.001) and predicts bridges where classical methods are random.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6FC7CF"/>
                </a:solidFill>
                <a:latin typeface="Cambria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2434</Words>
  <Application>Microsoft Office PowerPoint</Application>
  <PresentationFormat>Widescreen</PresentationFormat>
  <Paragraphs>158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UMM-E-FARWA SYEDA 574655</cp:lastModifiedBy>
  <cp:revision>7</cp:revision>
  <dcterms:created xsi:type="dcterms:W3CDTF">2013-01-27T09:14:16Z</dcterms:created>
  <dcterms:modified xsi:type="dcterms:W3CDTF">2026-09-17T19:35:16Z</dcterms:modified>
  <cp:category/>
</cp:coreProperties>
</file>